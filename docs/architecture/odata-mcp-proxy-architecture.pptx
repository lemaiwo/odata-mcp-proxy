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on SAP BTP Cloud Foundry (mta.yaml binds Destination, Connectivity and XSUAA). Steps are explained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MCP request: The MCP client calls /mcp on the Cloud Foundry app over Streamable HTTP, with an XSUAA bearer token.
2. Single sign-on: /oauth/* proxies the login to XSUAA, which uses SAP Cloud Identity Services federated with the corporate IdP. Role collections gate read, write and admin operations.
3. Destination lookup: The SAP Cloud SDK resolves the named destination. With user-based auth types the user token is exchanged for a backend token.
4. Cloud APIs: Cloud Integration OData API and BTP Core Services REST APIs are called directly with the resolved credentials.
5. On-premise systems: Calls to S/4HANA or ABAP go through the Connectivity service and Cloud Connector, with principal propagation of the business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Self-hosted deployment: any Node.js host, SSO via any OIDC provider (AUTH_PROVIDER=oidc), per-destination {PREFIX}_AUTH_TYPE for user propagation. Steps are explained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MCP request: Clients reach the Node.js server through a reverse proxy that terminates TLS. /mcp requires a bearer token.
2. Single sign-on with any OIDC IdP: /oauth/* proxies the login to Entra ID, Okta, Keycloak, SAP IAS, … Tokens are verified against the IdP's JWKS.
3. SAML bearer to SAP: The proxy signs a SAML assertion for the user (NameID from a token claim) and exchanges it at SAP's OAuth server.
4. OData as the business user: The S/4HANA / ABAP call carries the user's SAP token, so SAP authorizations apply per user.
5. Token for BTP services: BTP targets get a token from XSUAA: client credentials (technical user), jwt-bearer or token exchange.
6. Cloud APIs over the internet: Cloud Integration and BTP Core Services APIs are called directly; no BTP runtime or Cloud Connector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Fully on-premise: no SAP BTP subaccount, Destination service, Connectivity, Cloud Connector or XSUAA. Each SAP system trusts the proxy as SAML bearer assertion issuer.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MCP request: Clients reach the Node.js server through a reverse proxy that terminates TLS. /mcp requires a bearer token.
2. Single sign-on with any OIDC IdP: /oauth/* proxies the login to Entra ID, Okta, Keycloak, SAP IAS, … Tokens are verified against the IdP's JWKS.
3. SAML bearer to SAP: The proxy signs a SAML assertion for the user with the key from the secret store and exchanges it at SAP's OAuth server.
4. OData as the business user: The S/4HANA call carries the user's own SAP token, so SAP authorizations apply per user. Tokens are cached per user.
5. More SAP systems: Every ABAP system is a separate destination with its own trust set-up and AUTH_TYPE (per user or technical user).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MCP Proxy — deployed on SAP BTP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Foundry app with XSUAA login, Destination Service and Cloud Connector for on-premise systems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67288"/>
            <a:ext cx="1911096" cy="1758208"/>
          </a:xfrm>
          <a:prstGeom prst="roundRect">
            <a:avLst>
              <a:gd name="adj" fmla="val 5201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0950" y="1143732"/>
            <a:ext cx="1712342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clients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1528" y="1449507"/>
            <a:ext cx="1605321" cy="1146658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3169" y="1525951"/>
            <a:ext cx="1192524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8549" y="1785860"/>
            <a:ext cx="1437144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Copilot Studio,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Inspector,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 + OAuth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4354373"/>
            <a:ext cx="1911096" cy="1452433"/>
          </a:xfrm>
          <a:prstGeom prst="roundRect">
            <a:avLst>
              <a:gd name="adj" fmla="val 6296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0950" y="4430817"/>
            <a:ext cx="1712342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identity provider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1528" y="4736592"/>
            <a:ext cx="1605321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3169" y="4813036"/>
            <a:ext cx="1192524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IdP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8549" y="5072945"/>
            <a:ext cx="1437144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ID, Okta, ADFS,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via SAML / OIDC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5511" y="914400"/>
            <a:ext cx="6115507" cy="5351069"/>
          </a:xfrm>
          <a:prstGeom prst="roundRect">
            <a:avLst>
              <a:gd name="adj" fmla="val 1709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7822" y="1013777"/>
            <a:ext cx="305775" cy="152888"/>
          </a:xfrm>
          <a:prstGeom prst="rect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270041" y="990844"/>
            <a:ext cx="5534534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56621" y="1220175"/>
            <a:ext cx="5771510" cy="2981310"/>
          </a:xfrm>
          <a:prstGeom prst="roundRect">
            <a:avLst>
              <a:gd name="adj" fmla="val 306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3078931" y="1296619"/>
            <a:ext cx="5572756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Subaccount · Cloud Foundry runtime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952" y="1487729"/>
            <a:ext cx="1987540" cy="1605321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37594" y="1564173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odata-mcp-proxy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92974" y="1824082"/>
            <a:ext cx="1819363" cy="73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application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/mcp  Streamable HTTP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/oauth/*  OAuth proxy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registry → ODataClient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Cloud SDK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85952" y="3398825"/>
            <a:ext cx="1987540" cy="649773"/>
          </a:xfrm>
          <a:prstGeom prst="roundRect">
            <a:avLst>
              <a:gd name="adj" fmla="val 8444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37594" y="3475269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92974" y="3735178"/>
            <a:ext cx="1819363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&amp; Trust Mgmt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Viewer / Editor / Admin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23265" y="1487729"/>
            <a:ext cx="2751978" cy="611551"/>
          </a:xfrm>
          <a:prstGeom prst="roundRect">
            <a:avLst>
              <a:gd name="adj" fmla="val 8971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4907" y="1564173"/>
            <a:ext cx="233918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service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930286" y="1824082"/>
            <a:ext cx="258380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URLs, credentials, token exchange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23265" y="2252167"/>
            <a:ext cx="2751978" cy="611551"/>
          </a:xfrm>
          <a:prstGeom prst="roundRect">
            <a:avLst>
              <a:gd name="adj" fmla="val 8971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4907" y="2328611"/>
            <a:ext cx="233918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service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930286" y="2588520"/>
            <a:ext cx="258380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to on-premise via Cloud Connector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85952" y="4698370"/>
            <a:ext cx="1987540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37594" y="4774814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Cloud Identity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292974" y="5034723"/>
            <a:ext cx="1819363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Authentication (IAS)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Federates corporate IdP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93933" y="4392595"/>
            <a:ext cx="3134197" cy="1719986"/>
          </a:xfrm>
          <a:prstGeom prst="roundRect">
            <a:avLst>
              <a:gd name="adj" fmla="val 531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5716244" y="4469039"/>
            <a:ext cx="2935443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subaccount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85043" y="4698370"/>
            <a:ext cx="2751978" cy="573329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36685" y="4774814"/>
            <a:ext cx="233918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Integration Suite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892064" y="5034723"/>
            <a:ext cx="258380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Integration OData API (/api/v1)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85043" y="5386365"/>
            <a:ext cx="2751978" cy="573329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36685" y="5462808"/>
            <a:ext cx="233918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 Core Services APIs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892064" y="5722718"/>
            <a:ext cx="258380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entitlements, … (REST)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86794" y="1946392"/>
            <a:ext cx="2369759" cy="2637312"/>
          </a:xfrm>
          <a:prstGeom prst="roundRect">
            <a:avLst>
              <a:gd name="adj" fmla="val 3859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09104" y="2022836"/>
            <a:ext cx="2171005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network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377904" y="2252167"/>
            <a:ext cx="1987540" cy="611551"/>
          </a:xfrm>
          <a:prstGeom prst="roundRect">
            <a:avLst>
              <a:gd name="adj" fmla="val 8971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29545" y="2328611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Cloud Connector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9484925" y="2588520"/>
            <a:ext cx="1819363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tunnel, principal propagation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377904" y="3475269"/>
            <a:ext cx="1987540" cy="917326"/>
          </a:xfrm>
          <a:prstGeom prst="roundRect">
            <a:avLst>
              <a:gd name="adj" fmla="val 5981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729545" y="3551712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/ ABAP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484925" y="3811622"/>
            <a:ext cx="1819363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services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the propagated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306848" y="2022836"/>
            <a:ext cx="879104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2669957" y="1942570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79722" y="3093049"/>
            <a:ext cx="0" cy="305775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headEnd type="triangl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179722" y="4048597"/>
            <a:ext cx="0" cy="649773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headEnd type="triangl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306848" y="5118811"/>
            <a:ext cx="879104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headEnd type="triangle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099456" y="4312329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4256166" y="3115983"/>
            <a:ext cx="1681764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login (proxied)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4256166" y="3230648"/>
            <a:ext cx="1681764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validation</a:t>
            </a:r>
            <a:endParaRPr lang="en-US" sz="750" dirty="0"/>
          </a:p>
        </p:txBody>
      </p:sp>
      <p:sp>
        <p:nvSpPr>
          <p:cNvPr id="58" name="Text 56"/>
          <p:cNvSpPr txBox="1"/>
          <p:nvPr/>
        </p:nvSpPr>
        <p:spPr>
          <a:xfrm>
            <a:off x="2520891" y="4927702"/>
            <a:ext cx="458663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173492" y="1793504"/>
            <a:ext cx="649773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5421935" y="1713238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73492" y="2940162"/>
            <a:ext cx="229332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02824" y="2940162"/>
            <a:ext cx="0" cy="2729045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02824" y="5669207"/>
            <a:ext cx="382219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402824" y="4981212"/>
            <a:ext cx="382219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5322558" y="3739000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73492" y="2557943"/>
            <a:ext cx="649773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575243" y="2557943"/>
            <a:ext cx="802660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headEnd type="triangl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371673" y="2863718"/>
            <a:ext cx="0" cy="611551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8892485" y="2477677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10448117" y="3108338"/>
            <a:ext cx="1681764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/ HTTP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48640" y="6446520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32688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649578" y="6446520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F5F6F7"/>
          </a:solidFill>
          <a:ln w="12700">
            <a:solidFill>
              <a:srgbClr val="475E75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033626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Non-SAP / customer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74136" y="6524244"/>
            <a:ext cx="292608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76" name="Text 74"/>
          <p:cNvSpPr txBox="1"/>
          <p:nvPr/>
        </p:nvSpPr>
        <p:spPr>
          <a:xfrm>
            <a:off x="3758184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/ data flow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212080" y="6524244"/>
            <a:ext cx="292608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5596128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/ token flow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510882" y="6432804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7830922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step (see next slide)</a:t>
            </a:r>
            <a:endParaRPr lang="en-US" sz="900" dirty="0"/>
          </a:p>
        </p:txBody>
      </p:sp>
      <p:pic>
        <p:nvPicPr>
          <p:cNvPr id="82" name="Image 0" descr="MCP cli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60" y="1533595"/>
            <a:ext cx="198754" cy="198754"/>
          </a:xfrm>
          <a:prstGeom prst="rect">
            <a:avLst/>
          </a:prstGeom>
        </p:spPr>
      </p:pic>
      <p:pic>
        <p:nvPicPr>
          <p:cNvPr id="83" name="Image 1" descr="Corporate Id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60" y="4820680"/>
            <a:ext cx="198754" cy="198754"/>
          </a:xfrm>
          <a:prstGeom prst="rect">
            <a:avLst/>
          </a:prstGeom>
        </p:spPr>
      </p:pic>
      <p:pic>
        <p:nvPicPr>
          <p:cNvPr id="84" name="Image 2" descr="odata-mcp-prox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685" y="1571817"/>
            <a:ext cx="198754" cy="198754"/>
          </a:xfrm>
          <a:prstGeom prst="rect">
            <a:avLst/>
          </a:prstGeom>
        </p:spPr>
      </p:pic>
      <p:pic>
        <p:nvPicPr>
          <p:cNvPr id="85" name="Image 3" descr="Destination servic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998" y="1571817"/>
            <a:ext cx="198754" cy="198754"/>
          </a:xfrm>
          <a:prstGeom prst="rect">
            <a:avLst/>
          </a:prstGeom>
        </p:spPr>
      </p:pic>
      <p:pic>
        <p:nvPicPr>
          <p:cNvPr id="86" name="Image 4" descr="XSUA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7685" y="3482913"/>
            <a:ext cx="198754" cy="198754"/>
          </a:xfrm>
          <a:prstGeom prst="rect">
            <a:avLst/>
          </a:prstGeom>
        </p:spPr>
      </p:pic>
      <p:pic>
        <p:nvPicPr>
          <p:cNvPr id="87" name="Image 5" descr="SAP Cloud Identit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685" y="4782458"/>
            <a:ext cx="198754" cy="198754"/>
          </a:xfrm>
          <a:prstGeom prst="rect">
            <a:avLst/>
          </a:prstGeom>
        </p:spPr>
      </p:pic>
      <p:pic>
        <p:nvPicPr>
          <p:cNvPr id="88" name="Image 6" descr="SAP BTP Core Services API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6776" y="5470453"/>
            <a:ext cx="198754" cy="198754"/>
          </a:xfrm>
          <a:prstGeom prst="rect">
            <a:avLst/>
          </a:prstGeom>
        </p:spPr>
      </p:pic>
      <p:pic>
        <p:nvPicPr>
          <p:cNvPr id="89" name="Image 7" descr="SAP Cloud Connector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9636" y="2336255"/>
            <a:ext cx="198754" cy="198754"/>
          </a:xfrm>
          <a:prstGeom prst="rect">
            <a:avLst/>
          </a:prstGeom>
        </p:spPr>
      </p:pic>
      <p:pic>
        <p:nvPicPr>
          <p:cNvPr id="90" name="Image 8" descr="SAP Integration Suit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6776" y="4782458"/>
            <a:ext cx="198754" cy="198754"/>
          </a:xfrm>
          <a:prstGeom prst="rect">
            <a:avLst/>
          </a:prstGeom>
        </p:spPr>
      </p:pic>
      <p:pic>
        <p:nvPicPr>
          <p:cNvPr id="91" name="Image 9" descr="Connectivity servic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4998" y="2336255"/>
            <a:ext cx="198754" cy="198754"/>
          </a:xfrm>
          <a:prstGeom prst="rect">
            <a:avLst/>
          </a:prstGeom>
        </p:spPr>
      </p:pic>
      <p:pic>
        <p:nvPicPr>
          <p:cNvPr id="92" name="Image 10" descr="SAP S/4HANA / ABAP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9636" y="3559357"/>
            <a:ext cx="198754" cy="198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SAP BTP — how a request flows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 match the diagram on the previous slide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99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MCP client calls /mcp on the Cloud Foundry app over Streamable HTTP, with an XSUAA bearer token.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07208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083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/oauth/* proxies the login to XSUAA, which uses SAP Cloud Identity Services federated with the corporate IdP. Role collections gate read, write and admin operations.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05656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959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lookup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068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SAP Cloud SDK resolves the named destination. With user-based auth types the user token is exchanged for a backend token.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1234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508760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1399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1709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Integration OData API and BTP Core Services REST APIs are called directly with the resolved credentials.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253288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807208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systems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0083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to S/4HANA or ABAP go through the Connectivity service and Cloud Connector, with principal propagation of the business user.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175504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 </a:t>
            </a:r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build:btp &amp;&amp; npm run deploy:btp — the MTA binds Destination, Connectivity and XSUAA (xs-security.json).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MCP Proxy — self-hosted (on-premise)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server in the customer network, SSO via any OpenID Connect provider, user propagated to SAP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67288"/>
            <a:ext cx="1911096" cy="1758208"/>
          </a:xfrm>
          <a:prstGeom prst="roundRect">
            <a:avLst>
              <a:gd name="adj" fmla="val 5201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0950" y="1143732"/>
            <a:ext cx="1712342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clients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1528" y="1449507"/>
            <a:ext cx="1605321" cy="1146658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3169" y="1525951"/>
            <a:ext cx="1192524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8549" y="1785860"/>
            <a:ext cx="1437144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Copilot Studio,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Inspector,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 + OAuth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4354373"/>
            <a:ext cx="1911096" cy="1452433"/>
          </a:xfrm>
          <a:prstGeom prst="roundRect">
            <a:avLst>
              <a:gd name="adj" fmla="val 6296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0950" y="4430817"/>
            <a:ext cx="1712342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 provider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1528" y="4736592"/>
            <a:ext cx="1605321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3169" y="4813036"/>
            <a:ext cx="1192524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OIDC IdP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8549" y="5072945"/>
            <a:ext cx="1437144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ID, Okta, Keycloak,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IAS, Auth0, 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5511" y="914400"/>
            <a:ext cx="6115507" cy="4968850"/>
          </a:xfrm>
          <a:prstGeom prst="roundRect">
            <a:avLst>
              <a:gd name="adj" fmla="val 1840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7822" y="990844"/>
            <a:ext cx="5916753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center / private network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94843" y="1602395"/>
            <a:ext cx="1528877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46485" y="1678838"/>
            <a:ext cx="1116080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101864" y="1938747"/>
            <a:ext cx="1360700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 termination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nginx, IIS, Caddy, 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05939" y="1487729"/>
            <a:ext cx="1987540" cy="1719986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581" y="1564173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odata-mcp-proxy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12960" y="1824082"/>
            <a:ext cx="1819363" cy="87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server (systemd, Docker)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/mcp  Streamable HTTP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/oauth/*  OAuth proxy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JWT validation (JWKS)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token cache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assertion signing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05939" y="3628156"/>
            <a:ext cx="1528877" cy="687995"/>
          </a:xfrm>
          <a:prstGeom prst="roundRect">
            <a:avLst>
              <a:gd name="adj" fmla="val 7974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57581" y="3704600"/>
            <a:ext cx="1116080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store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12960" y="3964509"/>
            <a:ext cx="1360700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signing key,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secrets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084588" y="3704600"/>
            <a:ext cx="1681764" cy="1223101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36230" y="3781044"/>
            <a:ext cx="1268968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191610" y="4040953"/>
            <a:ext cx="1513588" cy="59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SAP ABAP system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server (SOAUTH2)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SAML2 trusted provider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the business user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110350" y="1067288"/>
            <a:ext cx="2522647" cy="3363529"/>
          </a:xfrm>
          <a:prstGeom prst="roundRect">
            <a:avLst>
              <a:gd name="adj" fmla="val 3625"/>
            </a:avLst>
          </a:prstGeom>
          <a:solidFill>
            <a:srgbClr val="EBF8FF"/>
          </a:solidFill>
          <a:ln w="15875">
            <a:solidFill>
              <a:srgbClr val="007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2660" y="1166665"/>
            <a:ext cx="305775" cy="152888"/>
          </a:xfrm>
          <a:prstGeom prst="rect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9614879" y="1143732"/>
            <a:ext cx="1941674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247949" y="1373063"/>
            <a:ext cx="2247449" cy="2904866"/>
          </a:xfrm>
          <a:prstGeom prst="roundRect">
            <a:avLst>
              <a:gd name="adj" fmla="val 40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9370259" y="1449507"/>
            <a:ext cx="2048695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subaccount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77904" y="1694127"/>
            <a:ext cx="2002829" cy="573329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29545" y="1770571"/>
            <a:ext cx="159003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XSUAA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484925" y="2030480"/>
            <a:ext cx="18346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&amp; Trust Mgmt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377904" y="2443277"/>
            <a:ext cx="2002829" cy="573329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29545" y="2519721"/>
            <a:ext cx="159003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Integration Suite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484925" y="2779630"/>
            <a:ext cx="18346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Integration OData API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377904" y="3268870"/>
            <a:ext cx="2002829" cy="573329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29545" y="3345314"/>
            <a:ext cx="1590032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Core Services APIs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484925" y="3605223"/>
            <a:ext cx="1834652" cy="183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Accounts, entitlements, …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306848" y="2022836"/>
            <a:ext cx="687995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23720" y="2022836"/>
            <a:ext cx="382219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2570580" y="1942570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H="1">
            <a:off x="4714829" y="2978384"/>
            <a:ext cx="191110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714829" y="2978384"/>
            <a:ext cx="0" cy="2178649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H="1">
            <a:off x="2306848" y="5157033"/>
            <a:ext cx="2407981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4634563" y="3968331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2612624" y="4965924"/>
            <a:ext cx="1834652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login (proxied) · JWKS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670377" y="3207715"/>
            <a:ext cx="0" cy="420441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headEnd type="triangl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587703" y="3207715"/>
            <a:ext cx="0" cy="840882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587703" y="4048597"/>
            <a:ext cx="496885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6507437" y="3509668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778813" y="3207715"/>
            <a:ext cx="0" cy="1414211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78813" y="4621926"/>
            <a:ext cx="305775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6698547" y="4197663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893479" y="1869948"/>
            <a:ext cx="2484425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893479" y="2710830"/>
            <a:ext cx="2484425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8995684" y="2710830"/>
            <a:ext cx="0" cy="840882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995684" y="3551712"/>
            <a:ext cx="382219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7959870" y="1789682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959870" y="2630564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893479" y="1663550"/>
            <a:ext cx="2140428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 · jwt-bearer · token exchange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7199254" y="2771985"/>
            <a:ext cx="1528877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/ REST calls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48640" y="6446520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32688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BTP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649578" y="6446520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F5F6F7"/>
          </a:solidFill>
          <a:ln w="12700">
            <a:solidFill>
              <a:srgbClr val="475E7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033626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Non-SAP / customer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74136" y="6524244"/>
            <a:ext cx="292608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3758184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/ data flow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212080" y="6524244"/>
            <a:ext cx="292608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5596128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/ token flow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510882" y="6432804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7830922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step (see next slide)</a:t>
            </a:r>
            <a:endParaRPr lang="en-US" sz="900" dirty="0"/>
          </a:p>
        </p:txBody>
      </p:sp>
      <p:pic>
        <p:nvPicPr>
          <p:cNvPr id="76" name="Image 0" descr="Reverse prox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575" y="1686483"/>
            <a:ext cx="198754" cy="198754"/>
          </a:xfrm>
          <a:prstGeom prst="rect">
            <a:avLst/>
          </a:prstGeom>
        </p:spPr>
      </p:pic>
      <p:pic>
        <p:nvPicPr>
          <p:cNvPr id="77" name="Image 1" descr="MCP cli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60" y="1533595"/>
            <a:ext cx="198754" cy="198754"/>
          </a:xfrm>
          <a:prstGeom prst="rect">
            <a:avLst/>
          </a:prstGeom>
        </p:spPr>
      </p:pic>
      <p:pic>
        <p:nvPicPr>
          <p:cNvPr id="78" name="Image 2" descr="Any OIDC Id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60" y="4820680"/>
            <a:ext cx="198754" cy="198754"/>
          </a:xfrm>
          <a:prstGeom prst="rect">
            <a:avLst/>
          </a:prstGeom>
        </p:spPr>
      </p:pic>
      <p:pic>
        <p:nvPicPr>
          <p:cNvPr id="79" name="Image 3" descr="odata-mcp-prox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671" y="1571817"/>
            <a:ext cx="198754" cy="198754"/>
          </a:xfrm>
          <a:prstGeom prst="rect">
            <a:avLst/>
          </a:prstGeom>
        </p:spPr>
      </p:pic>
      <p:pic>
        <p:nvPicPr>
          <p:cNvPr id="80" name="Image 4" descr="XSUAA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9636" y="1778215"/>
            <a:ext cx="198754" cy="198754"/>
          </a:xfrm>
          <a:prstGeom prst="rect">
            <a:avLst/>
          </a:prstGeom>
        </p:spPr>
      </p:pic>
      <p:pic>
        <p:nvPicPr>
          <p:cNvPr id="81" name="Image 5" descr="Secret stor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671" y="3712245"/>
            <a:ext cx="198754" cy="198754"/>
          </a:xfrm>
          <a:prstGeom prst="rect">
            <a:avLst/>
          </a:prstGeom>
        </p:spPr>
      </p:pic>
      <p:pic>
        <p:nvPicPr>
          <p:cNvPr id="82" name="Image 6" descr="SAP S/4HANA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321" y="3788688"/>
            <a:ext cx="198754" cy="198754"/>
          </a:xfrm>
          <a:prstGeom prst="rect">
            <a:avLst/>
          </a:prstGeom>
        </p:spPr>
      </p:pic>
      <p:pic>
        <p:nvPicPr>
          <p:cNvPr id="83" name="Image 7" descr="SAP Integration Suit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9636" y="2527365"/>
            <a:ext cx="198754" cy="198754"/>
          </a:xfrm>
          <a:prstGeom prst="rect">
            <a:avLst/>
          </a:prstGeom>
        </p:spPr>
      </p:pic>
      <p:pic>
        <p:nvPicPr>
          <p:cNvPr id="84" name="Image 8" descr="BTP Core Services APIs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9636" y="3352958"/>
            <a:ext cx="198754" cy="1987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— how a request flows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 match the diagram on the previous slide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99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reach the Node.js server through a reverse proxy that terminates TLS. /mcp requires a bearer token.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07208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 with any OIDC IdP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083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/oauth/* proxies the login to Entra ID, Okta, Keycloak, SAP IAS, … Tokens are verified against the IdP's JWKS.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05656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959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bearer to SAP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068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 signs a SAML assertion for the user (NameID from a token claim) and exchanges it at SAP's OAuth server.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1234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508760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1399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as the business user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1709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S/4HANA / ABAP call carries the user's SAP token, so SAP authorizations apply per user.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253288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807208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for BTP services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0083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BTP targets get a token from XSUAA: client credentials (technical user), jwt-bearer or token exchange.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45352" y="3831336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105656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39959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APIs over the internet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14032" y="43068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Integration and BTP Core Services APIs are called directly; no BTP runtime or Cloud Connector needed.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175504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closed:  </a:t>
            </a:r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destinations never fall back to the technical user, and backend tokens are cached per user, never shared.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MCP Proxy — fully on-premise, without SAP BTP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server, any OpenID Connect provider and SAP systems that trust the proxy directly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67288"/>
            <a:ext cx="1911096" cy="1758208"/>
          </a:xfrm>
          <a:prstGeom prst="roundRect">
            <a:avLst>
              <a:gd name="adj" fmla="val 5201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0950" y="1143732"/>
            <a:ext cx="1712342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clients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01528" y="1449507"/>
            <a:ext cx="1605321" cy="1146658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3169" y="1525951"/>
            <a:ext cx="1192524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client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08549" y="1785860"/>
            <a:ext cx="1437144" cy="45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Copilot Studio,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Inspector,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Streamable HTTP + OAuth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4354373"/>
            <a:ext cx="1911096" cy="1452433"/>
          </a:xfrm>
          <a:prstGeom prst="roundRect">
            <a:avLst>
              <a:gd name="adj" fmla="val 6296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0950" y="4430817"/>
            <a:ext cx="1712342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OpenID Connect provider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01528" y="4736592"/>
            <a:ext cx="1605321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3169" y="4813036"/>
            <a:ext cx="1192524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OIDC IdP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08549" y="5072945"/>
            <a:ext cx="1437144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ID, Okta, Keycloak,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IAS, Auth0, …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65511" y="914400"/>
            <a:ext cx="8791042" cy="4968850"/>
          </a:xfrm>
          <a:prstGeom prst="roundRect">
            <a:avLst>
              <a:gd name="adj" fmla="val 1840"/>
            </a:avLst>
          </a:prstGeom>
          <a:solidFill>
            <a:srgbClr val="F5F6F7"/>
          </a:solidFill>
          <a:ln w="15875">
            <a:solidFill>
              <a:srgbClr val="475E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7822" y="990844"/>
            <a:ext cx="8592288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 center / private network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94843" y="1602395"/>
            <a:ext cx="1528877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46485" y="1678838"/>
            <a:ext cx="1116080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101864" y="1938747"/>
            <a:ext cx="1360700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 termination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nginx, IIS, Caddy, 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05939" y="1487729"/>
            <a:ext cx="1987540" cy="1719986"/>
          </a:xfrm>
          <a:prstGeom prst="roundRect">
            <a:avLst>
              <a:gd name="adj" fmla="val 3190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581" y="1564173"/>
            <a:ext cx="1574743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odata-mcp-proxy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12960" y="1824082"/>
            <a:ext cx="1819363" cy="87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server (systemd, Docker)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/mcp  Streamable HTTP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/oauth/*  OAuth proxy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JWT validation (JWKS)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token cache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assertion signing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05939" y="3628156"/>
            <a:ext cx="1528877" cy="687995"/>
          </a:xfrm>
          <a:prstGeom prst="roundRect">
            <a:avLst>
              <a:gd name="adj" fmla="val 7974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57581" y="3704600"/>
            <a:ext cx="1116080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store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012960" y="3964509"/>
            <a:ext cx="1360700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signing key,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secrets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19695" y="1258397"/>
            <a:ext cx="3745748" cy="3325307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742005" y="1334841"/>
            <a:ext cx="3546994" cy="19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landscape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49027" y="1602395"/>
            <a:ext cx="3287085" cy="1261323"/>
          </a:xfrm>
          <a:prstGeom prst="roundRect">
            <a:avLst>
              <a:gd name="adj" fmla="val 4350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00668" y="1678838"/>
            <a:ext cx="2874288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956048" y="1938747"/>
            <a:ext cx="3118909" cy="59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server (SOAUTH2)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SAML2 trusted provider: the proxy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mapping by e-mail or user ID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services run as the business user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49027" y="3284159"/>
            <a:ext cx="3287085" cy="993770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00668" y="3360603"/>
            <a:ext cx="2874288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SAP ABAP systems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956048" y="3620512"/>
            <a:ext cx="3118909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ECC, BW/4HANA, Gateway hub,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trust set-up, one destination each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49027" y="4813036"/>
            <a:ext cx="3516417" cy="840882"/>
          </a:xfrm>
          <a:prstGeom prst="roundRect">
            <a:avLst>
              <a:gd name="adj" fmla="val 6525"/>
            </a:avLst>
          </a:prstGeom>
          <a:solidFill>
            <a:srgbClr val="FFFFFF"/>
          </a:solidFill>
          <a:ln w="9525">
            <a:solidFill>
              <a:srgbClr val="475E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00668" y="4889480"/>
            <a:ext cx="3103620" cy="214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Per-destination configuration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6048" y="5149389"/>
            <a:ext cx="3348240" cy="32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{PREFIX}_AUTH_TYPE = saml-bearer  (per user)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client-credentials (technical user)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306848" y="2022836"/>
            <a:ext cx="687995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23720" y="2022836"/>
            <a:ext cx="382219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2570580" y="1942570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 flipH="1">
            <a:off x="4714829" y="2978384"/>
            <a:ext cx="191110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714829" y="2978384"/>
            <a:ext cx="0" cy="2178649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flipH="1">
            <a:off x="2306848" y="5157033"/>
            <a:ext cx="2407981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634563" y="3968331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2612624" y="4965924"/>
            <a:ext cx="1834652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login (proxied) · JWKS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670377" y="3207715"/>
            <a:ext cx="0" cy="420441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893479" y="1984614"/>
            <a:ext cx="955548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7287164" y="1904348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946989" y="1778215"/>
            <a:ext cx="687995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bearer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93479" y="2596164"/>
            <a:ext cx="955548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7287164" y="2515898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6946989" y="2389766"/>
            <a:ext cx="687995" cy="11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893479" y="3054828"/>
            <a:ext cx="343997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37476" y="3054828"/>
            <a:ext cx="0" cy="726216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37476" y="3781044"/>
            <a:ext cx="611551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7157210" y="3341492"/>
            <a:ext cx="160532" cy="160532"/>
          </a:xfrm>
          <a:prstGeom prst="ellipse">
            <a:avLst/>
          </a:prstGeom>
          <a:solidFill>
            <a:srgbClr val="1D2D3E"/>
          </a:solidFill>
          <a:ln w="6350">
            <a:solidFill>
              <a:srgbClr val="1D2D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48640" y="6446520"/>
            <a:ext cx="292608" cy="155448"/>
          </a:xfrm>
          <a:prstGeom prst="roundRect">
            <a:avLst>
              <a:gd name="adj" fmla="val 23529"/>
            </a:avLst>
          </a:prstGeom>
          <a:solidFill>
            <a:srgbClr val="F5F6F7"/>
          </a:solidFill>
          <a:ln w="12700">
            <a:solidFill>
              <a:srgbClr val="475E7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2688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Non-SAP / customer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73198" y="6524244"/>
            <a:ext cx="292608" cy="0"/>
          </a:xfrm>
          <a:prstGeom prst="line">
            <a:avLst/>
          </a:prstGeom>
          <a:noFill/>
          <a:ln w="15875">
            <a:solidFill>
              <a:srgbClr val="475E75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2657246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/ data flow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1142" y="6524244"/>
            <a:ext cx="292608" cy="0"/>
          </a:xfrm>
          <a:prstGeom prst="line">
            <a:avLst/>
          </a:prstGeom>
          <a:noFill/>
          <a:ln w="15875">
            <a:solidFill>
              <a:srgbClr val="5D36FF"/>
            </a:solidFill>
            <a:prstDash val="dash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4495190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/ token flow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09944" y="6432804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6729984" y="641908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step (see next slide)</a:t>
            </a:r>
            <a:endParaRPr lang="en-US" sz="900" dirty="0"/>
          </a:p>
        </p:txBody>
      </p:sp>
      <p:pic>
        <p:nvPicPr>
          <p:cNvPr id="64" name="Image 0" descr="MCP cli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60" y="1533595"/>
            <a:ext cx="198754" cy="198754"/>
          </a:xfrm>
          <a:prstGeom prst="rect">
            <a:avLst/>
          </a:prstGeom>
        </p:spPr>
      </p:pic>
      <p:pic>
        <p:nvPicPr>
          <p:cNvPr id="65" name="Image 1" descr="Reverse prox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575" y="1686483"/>
            <a:ext cx="198754" cy="198754"/>
          </a:xfrm>
          <a:prstGeom prst="rect">
            <a:avLst/>
          </a:prstGeom>
        </p:spPr>
      </p:pic>
      <p:pic>
        <p:nvPicPr>
          <p:cNvPr id="66" name="Image 2" descr="Any OIDC Id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60" y="4820680"/>
            <a:ext cx="198754" cy="198754"/>
          </a:xfrm>
          <a:prstGeom prst="rect">
            <a:avLst/>
          </a:prstGeom>
        </p:spPr>
      </p:pic>
      <p:pic>
        <p:nvPicPr>
          <p:cNvPr id="67" name="Image 3" descr="SAP S/4HAN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759" y="1686483"/>
            <a:ext cx="198754" cy="198754"/>
          </a:xfrm>
          <a:prstGeom prst="rect">
            <a:avLst/>
          </a:prstGeom>
        </p:spPr>
      </p:pic>
      <p:pic>
        <p:nvPicPr>
          <p:cNvPr id="68" name="Image 4" descr="odata-mcp-prox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671" y="1571817"/>
            <a:ext cx="198754" cy="198754"/>
          </a:xfrm>
          <a:prstGeom prst="rect">
            <a:avLst/>
          </a:prstGeom>
        </p:spPr>
      </p:pic>
      <p:pic>
        <p:nvPicPr>
          <p:cNvPr id="69" name="Image 5" descr="Secret stor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671" y="3712245"/>
            <a:ext cx="198754" cy="198754"/>
          </a:xfrm>
          <a:prstGeom prst="rect">
            <a:avLst/>
          </a:prstGeom>
        </p:spPr>
      </p:pic>
      <p:pic>
        <p:nvPicPr>
          <p:cNvPr id="70" name="Image 6" descr="Other SAP ABAP system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0759" y="3368247"/>
            <a:ext cx="198754" cy="198754"/>
          </a:xfrm>
          <a:prstGeom prst="rect">
            <a:avLst/>
          </a:prstGeom>
        </p:spPr>
      </p:pic>
      <p:pic>
        <p:nvPicPr>
          <p:cNvPr id="71" name="Image 7" descr="Per-destination configuration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0759" y="4897124"/>
            <a:ext cx="198754" cy="198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SAP BTP — how a request flows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 match the diagram on the previous slide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99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reach the Node.js server through a reverse proxy that terminates TLS. /mcp requires a bearer token.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07208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sign-on with any OIDC IdP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083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/oauth/* proxies the login to Entra ID, Okta, Keycloak, SAP IAS, … Tokens are verified against the IdP's JWKS.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05656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959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 bearer to SAP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068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proxy signs a SAML assertion for the user with the key from the secret store and exchanges it at SAP's OAuth server.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1234440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508760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13990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as the business user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14032" y="170992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S/4HANA call carries the user's own SAP token, so SAP authorizations apply per user. Tokens are cached per user.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2532888"/>
            <a:ext cx="5394960" cy="1097280"/>
          </a:xfrm>
          <a:prstGeom prst="roundRect">
            <a:avLst>
              <a:gd name="adj" fmla="val 6667"/>
            </a:avLst>
          </a:prstGeom>
          <a:solidFill>
            <a:srgbClr val="F5F6F7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807208"/>
            <a:ext cx="420624" cy="420624"/>
          </a:xfrm>
          <a:prstGeom prst="ellipse">
            <a:avLst/>
          </a:prstGeom>
          <a:solidFill>
            <a:srgbClr val="1D2D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697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SAP systems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30083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ABAP system is a separate destination with its own trust set-up and AUTH_TYPE (per user or technical user).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0070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175504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SAP BTP needed:  </a:t>
            </a:r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Destination service, Connectivity, Cloud Connector or XSUAA. Just an OIDC IdP, a Node.js host and SAML2 trust in each SAP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OData MCP Proxy — Architecture</dc:title>
  <dc:subject>PptxGenJS Presentation</dc:subject>
  <dc:creator>OData MCP Proxy</dc:creator>
  <cp:lastModifiedBy>OData MCP Proxy</cp:lastModifiedBy>
  <cp:revision>1</cp:revision>
  <dcterms:created xsi:type="dcterms:W3CDTF">2026-10-01T07:14:43Z</dcterms:created>
  <dcterms:modified xsi:type="dcterms:W3CDTF">2026-10-01T07:14:43Z</dcterms:modified>
</cp:coreProperties>
</file>